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3152"/>
            <a:ext cx="914400" cy="914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73152"/>
            <a:ext cx="9144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73152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SKP ENGINEERING COLLEGE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280160" y="548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AICTE New Delhi  |  Affiliated to Anna University - Chennai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Tiruvannamalai, Tamil Nadu  |  Phone: +91-4175-252633  |  +91-9443105139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228600" y="1033272"/>
            <a:ext cx="8686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1155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1399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IT3811- Project work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16367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286000" y="2816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86000" y="3072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 . E      (512222205009)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86000" y="33467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Thangam . M      (512222205045)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86000" y="36210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Poornima . K      (512222205032)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86000" y="3895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Hemamalini . S      (512222205017)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0" y="422452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743200" y="4462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Ms.R.Anusha devi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  |  SKP Engineering College, IT Department  | 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3931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an AI-Powered Academic Decision-Support Platform that extends an IEEE (2023) student performance prediction model into a full institutional AI system. A RandomForestClassifier (200 trees, 89.45% accuracy) classifies students as Good, Average, or At Risk based on four signals: attendance, internal marks, assignment score, and study hours. Google Gemini 2.5 Flash (4-key rotation) generates personalised 4-section advisories — explanation, risk factors, priority action plan, and a 7-day study schedule — for every student, with no rule-based fallbacks. Advisory caching via SHA-256 hashing ensures instant repeat predictions and a 3-second demo reset for 25 students. Unsupervised behaviour clustering (t-SNE + KMeans) is mathematically validated with Elbow Method and Silhouette Score sweep (k=2–8), auto-selecting the optimal cluster count for IEEE-grade academic justification. The platform delivers continuous monitoring, async batch CSV processing, SQLite persistence, at-risk alerting, class leaderboards, and one-click export — transforming the baseline IEEE model into a production-ready teacher-facing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  |  SKP Engineering College, IT Department  | 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400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 face difficulty in proactively identifying at-risk students — traditional approaches rely on end-of-term results, leaving minimal time for intervention.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extends the IEEE (2023) baseline (RandomForest/SVM student prediction) into a full AI decision-support system with explainability, personalised advisory, and persistent monitoring.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AI-only explanations via Gemini 2.5 Flash (4-key rotation) provide teachers with student-specific natural language rationales covering explanation, risk factors, action plan, and a 7-day schedule.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features — live prediction history, consecutive at-risk alerts, progress timelines, and class leaderboards — ensure no at-risk student goes unnoticed.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validated behaviour clustering (t-SNE + KMeans, Elbow + Silhouette Score, k=2–8) surfaces student groups with plain-English teacher insights without requiring ML expertise.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production-ready stack: React 18 frontend, FastAPI backend, Scikit-learn ML engine, SQLite persistence, and async batch processing with real-time AI progress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  |  SKP Engineering College, IT Department  | 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25196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23444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85953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Baseline Study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152144"/>
            <a:ext cx="404164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the IEEE (2023) paper and identified gaps: no explainability, no advisory, no persistence, and no clustering validation in the original model.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804672"/>
            <a:ext cx="4251960" cy="1234440"/>
          </a:xfrm>
          <a:prstGeom prst="rect">
            <a:avLst/>
          </a:prstGeom>
          <a:solidFill>
            <a:srgbClr val="EEF3FB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804672"/>
            <a:ext cx="64008" cy="123444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85953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8616" y="1152144"/>
            <a:ext cx="404164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10,000-row synthetic CSV with 4 features (attendance %, internal marks, assignment score, study hours) and 3% realistic noise across 3 classes.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25196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03120"/>
            <a:ext cx="64008" cy="123444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157984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ML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2450592"/>
            <a:ext cx="404164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RandomForestClassifier (200 trees, balanced weights) — 89.45% test accuracy, 89.33% 5-fold CV — using Scikit-learn with StandardScaler preprocessing.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4251960" cy="1234440"/>
          </a:xfrm>
          <a:prstGeom prst="rect">
            <a:avLst/>
          </a:prstGeom>
          <a:solidFill>
            <a:srgbClr val="EEF3FB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03120"/>
            <a:ext cx="64008" cy="123444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2157984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Advisory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28616" y="2450592"/>
            <a:ext cx="404164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Gemini 2.5 Flash (4-key rotation) to generate 4-section advisories per student: explanation, risk factors, priority action plan, 7-day study schedule.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01568"/>
            <a:ext cx="425196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401568"/>
            <a:ext cx="64008" cy="123444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456432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Caching &amp; Persistence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" y="3749040"/>
            <a:ext cx="404164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advisory caching (in-memory + SQLite) gives ~400 ms repeat predictions; 25-student demo resets in ~3 s from cache (was 13+ min without cache).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401568"/>
            <a:ext cx="4251960" cy="1234440"/>
          </a:xfrm>
          <a:prstGeom prst="rect">
            <a:avLst/>
          </a:prstGeom>
          <a:solidFill>
            <a:srgbClr val="EEF3FB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401568"/>
            <a:ext cx="64008" cy="123444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3456432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Behaviour Clustering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8616" y="3749040"/>
            <a:ext cx="404164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+ KMeans (k=2–8) with auto optimal-k via Silhouette Score; Elbow Method chart shown as IEEE-grade visual proof of cluster validity.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  |  SKP Engineering College, IT Department  | 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400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extend the IEEE baseline student performance model into an institutional AI decision-support platform with explainability, advisory generation, monitoring, and clustering.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achieve ≥89% classification accuracy (Good / Average / At Risk) using RandomForestClassifier trained on a 10,000-row synthetic dataset with 4 academic signals.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AI-only explanations via Gemini 2.5 Flash (4-key rotation) — 4-section student advisories with zero rule-based fallbacks.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SHA-256 advisory caching and SQLite persistence for instant repeat predictions (~400 ms) and full audit trails across server restarts.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async batch CSV processing for class-wide predictions with real-time AI progress tracking and zero rate-limit failures in demo.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unsupervised behaviour clustering (t-SNE + KMeans, k=2–8) mathematically via Elbow Method and Silhouette Score for IEEE-justified optimal cluster selection.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 a teacher-friendly analytics dashboard with risk charts, consecutive at-risk alerts, progress timelines, class rankings, and one-click CSV export.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  |  SKP Engineering College, IT Department  | 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06240" cy="3931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77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24358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6187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2618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79222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89.33%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2257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3225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6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signals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529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8529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Good/Avg/Risk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83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3832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1363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Students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9136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(IT-A, Yr4)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804672"/>
            <a:ext cx="4114800" cy="3931920"/>
          </a:xfrm>
          <a:prstGeom prst="rect">
            <a:avLst/>
          </a:prstGeom>
          <a:solidFill>
            <a:srgbClr val="EEF3FB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8778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Pipeline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73752" y="1252728"/>
            <a:ext cx="329184" cy="329184"/>
          </a:xfrm>
          <a:prstGeom prst="ellipse">
            <a:avLst/>
          </a:prstGeom>
          <a:solidFill>
            <a:srgbClr val="2D6CC0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252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66944" y="12527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56832" y="12527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marks, assignments, study hrs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73752" y="1773936"/>
            <a:ext cx="329184" cy="329184"/>
          </a:xfrm>
          <a:prstGeom prst="ellipse">
            <a:avLst/>
          </a:prstGeom>
          <a:solidFill>
            <a:srgbClr val="2D6CC0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1773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6944" y="17739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56832" y="177393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→ Good / Average / At Risk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73752" y="2295144"/>
            <a:ext cx="329184" cy="329184"/>
          </a:xfrm>
          <a:prstGeom prst="ellipse">
            <a:avLst/>
          </a:prstGeom>
          <a:solidFill>
            <a:srgbClr val="2D6CC0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2295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66944" y="22951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56832" y="229514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4-section advisory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73752" y="2816352"/>
            <a:ext cx="329184" cy="329184"/>
          </a:xfrm>
          <a:prstGeom prst="ellipse">
            <a:avLst/>
          </a:prstGeom>
          <a:solidFill>
            <a:srgbClr val="2D6CC0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2816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66944" y="28163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Store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56832" y="28163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SQLite persistence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73752" y="3337560"/>
            <a:ext cx="329184" cy="329184"/>
          </a:xfrm>
          <a:prstGeom prst="ellipse">
            <a:avLst/>
          </a:prstGeom>
          <a:solidFill>
            <a:srgbClr val="2D6CC0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3337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66944" y="33375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56832" y="33375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At-Risk alerts + bell notif.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73752" y="3858768"/>
            <a:ext cx="329184" cy="329184"/>
          </a:xfrm>
          <a:prstGeom prst="ellipse">
            <a:avLst/>
          </a:prstGeom>
          <a:solidFill>
            <a:srgbClr val="2D6CC0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3858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66944" y="38587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56832" y="38587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+ KMeans + Silhouette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  |  SKP Engineering College, IT Department  | 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251960" cy="676656"/>
          </a:xfrm>
          <a:prstGeom prst="rect">
            <a:avLst/>
          </a:prstGeom>
          <a:solidFill>
            <a:srgbClr val="F4F7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04672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80467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804672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on held-out test split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51960" cy="676656"/>
          </a:xfrm>
          <a:prstGeom prst="rect">
            <a:avLst/>
          </a:prstGeom>
          <a:solidFill>
            <a:srgbClr val="F4F7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804672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80467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89.33%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43800" y="804672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confirms generalisation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554480"/>
            <a:ext cx="4251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554480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Response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1554480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155448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Sub-400 ms return from SQLite advisory cache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4251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554480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Reset 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1554480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seconds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43800" y="155448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students re-seeded from cache (was 13+ min)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4251960" cy="676656"/>
          </a:xfrm>
          <a:prstGeom prst="rect">
            <a:avLst/>
          </a:prstGeom>
          <a:solidFill>
            <a:srgbClr val="F4F7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304288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Key Rotation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2304288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2304288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4-key auto-rotation — zero rate-limit errors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304288"/>
            <a:ext cx="4251960" cy="676656"/>
          </a:xfrm>
          <a:prstGeom prst="rect">
            <a:avLst/>
          </a:prstGeom>
          <a:solidFill>
            <a:srgbClr val="F4F7FB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304288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(Clustering)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2304288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43800" y="2304288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sweep k=2..8 auto-picks best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054096"/>
            <a:ext cx="4251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054096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Processing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054096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+ live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63240" y="3054096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returns batch_id; polls progress every 2 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4251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054096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3054096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43800" y="3054096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predictions survive full server restart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  |  SKP Engineering College, IT Department  | 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400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successfully extends the IEEE (2023) prediction baseline into a full institutional AI decision-support system — adding explainability, personalised advisory, persistent monitoring, and cluster validation.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RandomForestClassifier (200 trees) achieves 89.45% test accuracy and 89.33% 5-fold CV, demonstrating strong and generalised classification across all three risk levels.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(4-key rotation, AI-only) generates student-specific 4-section advisories eliminating rule-based fallbacks, providing teachers with actionable, individualised guidance.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caching (SHA-256 + SQLite) reduces repeat prediction latency to ~400 ms and enables instant 3-second demo reset of 25 students — proving production-grade viability.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validation via Elbow Method + Silhouette Score sweep (k=2–8) provides mathematically justified, auto-selected optimal cluster counts, strengthening IEEE academic credibility.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represents a significant step from single-model prediction to a comprehensive, teacher-facing AI platform with batch operations, real-time alerts, and institutional export capabilities.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2D6CC0">
              <a:alpha val="20000"/>
            </a:srgbClr>
          </a:solidFill>
          <a:ln w="12700">
            <a:solidFill>
              <a:srgbClr val="2D6CC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926080" cy="2926080"/>
          </a:xfrm>
          <a:prstGeom prst="ellipse">
            <a:avLst/>
          </a:prstGeom>
          <a:solidFill>
            <a:srgbClr val="2D6CC0">
              <a:alpha val="20000"/>
            </a:srgbClr>
          </a:solidFill>
          <a:ln w="12700">
            <a:solidFill>
              <a:srgbClr val="2D6CC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0" y="2816352"/>
            <a:ext cx="2743200" cy="4572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Decision-Support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 •  SKP Engineering College  •  IT Department  • 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2026-03-15T17:29:12Z</dcterms:created>
  <dcterms:modified xsi:type="dcterms:W3CDTF">2026-03-15T17:29:12Z</dcterms:modified>
</cp:coreProperties>
</file>