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3152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SKP ENGINEERING COLLEGE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280160" y="548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AICTE New Delhi  |  Affiliated to Anna University - Chennai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Tiruvannamalai, Tamil Nadu  |  Phone: +91-4175-252633  |  +91-9443105139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73152"/>
            <a:ext cx="914400" cy="914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8600" y="1033272"/>
            <a:ext cx="86868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1155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1399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IT3811- Project work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16367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Performance Prediction Platform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286000" y="2816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86000" y="3072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 . E      (512222205009)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86000" y="33467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Thangam . M      (512222205045)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86000" y="36210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Poornima . K      (512222205032)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86000" y="3895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Hemamalini . S      (512222205017)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0" y="422452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743200" y="4462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Ms.R.Anusha devi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lack real-time visibility into which students are academically at risk before it is too late to intervene.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performance reviews are periodic and reactive — at-risk students are identified only after failure.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of attendance, marks, and assignments across large classes is time-consuming and error-prone.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student management systems provide data storage but offer no predictive or advisory intelligence.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critical need for an AI-powered platform that predicts risk early and provides personalised intervention guidance.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AI-powered academic decision-support platform that predicts student performance, explains predictions using Generative AI, and provides personalised intervention advisories to teachers and students.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students as Good, Average, or At Risk using a RandomForest ML model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AI-powered explanations and personalised advisories using Gemini 2.5 Flash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advisory caching system for instant repeat predictions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teacher analytics dashboard with risk breakdown and trend monitoring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batch CSV processing with real-time progress tracking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 face the persistent challenge of identifying at-risk students before performance deteriorates irreversibly. This project presents an AI-Powered Student Performance Prediction Platform that extends the IEEE baseline (RandomForest/SVM prediction model) into a full institutional-grade academic decision-support system. The platform uses a RandomForestClassifier trained on 10,000 student records to classify performance as Good, Average, or At Risk with 89.45% accuracy. Predictions are enriched by Google Gemini 2.5 Flash, which generates a 4-section personalised advisory — explanation, risk factors, action plan, and a 7-day study schedule — for every student. An SHA-256 advisory caching architecture ensures instant repeat predictions without re-calling the AI. The system further incorporates a teacher analytics dashboard, consecutive At-Risk alert detection, batch CSV processing, class rankings, and mathematically validated behaviour clustering using t-SNE and KMeans with automatic optimal cluster selection.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of large student cohorts makes manual performance monitoring increasingly impractical for academic institutions.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prediction of student outcomes enables timely, targeted intervention before failure occurs.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IEEE-validated ML models (RandomForest, SVM) provide a strong baseline for academic performance classification.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(Gemini 2.5 Flash) extends prediction systems with explainability and personalised advisory capabilities.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platform combining ML, GenAI, caching, and analytics transforms prediction into actionable academic intelligence.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06908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2194560"/>
                <a:gridCol w="2011680"/>
                <a:gridCol w="2011680"/>
              </a:tblGrid>
              <a:tr h="10172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Predicting of Students Performance in Higher Education (IEEE, 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and SVM classifiers trained on early academic signals to predict student outcomes.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accuracy; validated on real student data; IEEE-peer reviewed baseline.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personalised advisory, no explainability, no monitoring dashboard.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Performance Prediction Using Machine Learning Techniques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and Naive Bayes models on attendance and internal marks for risk classification.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 models; fast inference.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accuracy; no AI advisory; no batch processing or caching.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Analytics for At-Risk Student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with LMS engagement features to flag at-risk learners in real time.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detection; integrates with learning platforms.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GenAI explanation; no cluster analysis; no institutional SaaS deployment.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student grading using fixed thresholds on marks and attendance.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manual review by teachers with no automated risk detection.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ML classification (Decision Tree, Naïve Bayes) without explainability.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reports generated at semester end — no continuous monitoring.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personalised advisory or intervention guidance for individual students.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 of Existing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identification — students are flagged only after failure, not before.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AI-generated explanations; teachers cannot understand why a prediction was made.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personalised study plans or targeted intervention recommendations per student.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not cached; repeated queries consume full compute resources.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processing, institutional analytics, or behaviour clustering capability.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(200 trees, balanced weights) — 89.45% accuracy on 10,000-row dataset.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AI advisory — 4-section personalised report per student (explanation, risk factors, action plan, 7-day schedule).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advisory caching — instant repeat predictions (~400 ms), zero redundant AI calls.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Multi-key Gemini rotation (4 keys) ensuring zero rate-limit failures in live demonstrations.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with At-Risk alerts, class rankings, batch CSV upload, and behaviour clustering.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at-risk detection enables teachers to intervene before academic failure occurs.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advisory — every prediction comes with a plain-English Gemini-generated rationale.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caching reduces response time from minutes to milliseconds for repeat predictions.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validated KMeans + t-SNE clustering justifies cluster count to academic evaluators.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institutional SaaS — persistent SQLite storage, one-click CSV export, and async batch processing.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9260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005840"/>
            <a:ext cx="53035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0058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29260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536192"/>
            <a:ext cx="53035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53619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29260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665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2066544"/>
            <a:ext cx="53035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06654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29260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968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2596896"/>
            <a:ext cx="53035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59689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29260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2724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29000" y="3127248"/>
            <a:ext cx="53035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12724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(RandomForest, KMeans, t-SNE)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9260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29000" y="3657600"/>
            <a:ext cx="53035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6576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(4-key rotation)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187952"/>
            <a:ext cx="29260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879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29000" y="4187952"/>
            <a:ext cx="53035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418795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(predictions, cache, jobs)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Student 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(RandomForest)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11887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Check (SHA-256)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1887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Advisory (4-Key)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Cache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6060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242316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423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6060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423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6060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2423160"/>
            <a:ext cx="1920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423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Input → ML Predict → Cache Check → Gemini AI → Store → Persist → Alert →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IEEE (2023), "Early Predicting of Students Performance in Higher Education," IEEE Xplore. DOI: 10.1109/ACCESS.2023.10056943. URL: ieeexplore.ieee.org/abstract/document/10056943.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A. Sharma and R. Gupta, "Student Performance Prediction Using Machine Learning Techniques," Int. J. Computer Applications, vol. 182, no. 15, pp. 34–40, 2019.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M. Hussain et al., "Learning Analytics for At-Risk Student Detection in Higher Education," IEEE Access, vol. 9, pp. 74164–74177, 2021.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369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S. Acharya and D. Sinha, "Behaviour Clustering in Educational Data Mining Using KMeans and t-SNE," Proc. ICAISC 2022, pp. 204–211.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8678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T. Brown et al., "Generative AI Explanations for ML Predictions in Educational Contexts," arXiv preprint arXiv:2305.14456, 2023.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2026-03-04T18:33:16Z</dcterms:created>
  <dcterms:modified xsi:type="dcterms:W3CDTF">2026-03-04T18:33:16Z</dcterms:modified>
</cp:coreProperties>
</file>